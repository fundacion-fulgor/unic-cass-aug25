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995C2-BCA4-7636-0123-91495B413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ECA3E4-AE2C-8736-2C6B-A99A31008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B9C3D7-5D1C-7898-9712-48557960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75A5AE-AB20-5C83-50A1-52B4BDFF3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F702BA-E02C-B669-E187-00FB0C6A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5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4BE51-2399-3503-8D20-84E9AB249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E535FF-6CC1-CA2E-6803-F70582DC6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28BE6-4E73-3CBB-DA5C-728EAF01E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3A88E0-DBFA-7F92-2EC4-7DBC13204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7C5A31-A4BD-9D89-4B2C-6305CBEC0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64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F673D-0306-7865-2A00-4A105E89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ADF15B-CAEC-F146-ADA7-4C57C2142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F8DD59-E930-1F15-1E55-FC8BEFA8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2E23D5-B5A6-0B0C-67C6-234C02431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BF2F99-604A-75B8-4F2C-EE6D2C62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0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E329B-0393-C341-1F0F-804DDEE8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B36D9F-6DF4-AC6D-BD50-CB1C55513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ABC628-78DA-5B8C-46EC-9F189B5BF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A6F477-8A8C-061E-E7CB-75973912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959D3A-73A5-CDDE-499E-99B770F2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2B0025-B76B-5649-1E49-E63684DB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5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C5575-A72E-016F-CB15-2B57387F7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A44542-E9FE-F16E-1538-D8C8DE1A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A6A7B7-FB94-EAA0-4469-AC1A158CE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CD2D76-33DE-A009-3316-B1A1E652B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DCD459-BB77-233D-008F-BC4FE2CF4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00B2F1-3DFE-98A0-F089-E40E0A28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A95F53-4750-1DE6-9054-D7090BC0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4CD8C85-8702-0C4C-C486-2CCEB578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9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7399C-49F5-52EC-108F-86E5482A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FC88D9-BC8E-A095-E96F-082E0727A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E3D04F-B52E-5F29-32BD-133A5782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BA51FA-D7B9-1344-3BAD-EB197D12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7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312EB88-3531-9878-DDFF-04540FDD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089931-5CC5-1F4F-E335-D6BE3241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A204FA-1257-C11A-B763-B022A5E4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4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918D8-BCC8-DD5D-EDD3-275AA6F4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2E3041-77EF-48FB-0DB4-EA6C12728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30161F-0994-220C-BF7C-10DBFC2C6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80CD39-DE7D-9EE6-7DBC-95EAAEB3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62FDD0-546E-5DFE-7E94-3187D1DF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AD3094-1508-E8FB-D561-4922F068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1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E7B2B-1625-7428-0B4C-9E6E18E6D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8E8229-A566-F846-D3AD-5A9D5CB781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76D135-5BF7-7F0D-AA28-89A0EA87A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6A10C1-686D-B3E6-DABC-D6091095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BAB7F5-8D3C-C915-906A-806306A6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182B4D-7448-5EEC-DFE7-3321563B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31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7B41E-AF4C-9E6E-E6EB-64E2DF80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90CC10-EB5D-0D41-0EAD-3411509A8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025F47-C192-EEA2-99F0-9C5F8C58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BD9E6B-53BD-B2A3-5A23-2077BF3AE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BDAAC4-89AA-BFCA-DB76-8B3075B0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D7A69A-D525-3168-1C5C-7F17CE4E1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4A091C-433D-BE5B-D94D-94F85B92C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E4002F-28E1-5A25-56DA-EFE960E3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0EBC1D-0CE6-9968-9986-3C82CEE1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29A8D-EF33-B738-C5F5-12281BAC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A460638-B075-1BDF-0714-8202331F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9D7B1-0B22-97E3-35F5-2BE1BA4B0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AE688A-84AF-1979-3523-1A62EBFC4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E74BA-6FD9-4F88-8266-52346F5ACF31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E7334-1513-1B39-3DDB-636694886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16E29-2CB4-4585-47F3-2A86DEEDE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21635-E84F-4778-BFC1-29A8DF28FC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21F73-DD3C-163A-6153-44D057902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102" y="2005371"/>
            <a:ext cx="10640754" cy="2451100"/>
          </a:xfrm>
        </p:spPr>
        <p:txBody>
          <a:bodyPr anchor="b">
            <a:normAutofit/>
          </a:bodyPr>
          <a:lstStyle/>
          <a:p>
            <a:pPr>
              <a:spcBef>
                <a:spcPts val="1600"/>
              </a:spcBef>
            </a:pPr>
            <a:r>
              <a:rPr lang="en-US" sz="4000" b="1" i="0" u="none" strike="noStrike" noProof="0" dirty="0">
                <a:solidFill>
                  <a:srgbClr val="000000"/>
                </a:solidFill>
                <a:effectLst/>
                <a:latin typeface="PT Sans Narrow" panose="020B0506020203020204" pitchFamily="34" charset="0"/>
              </a:rPr>
              <a:t>UNIC-CASS - Fulgor</a:t>
            </a:r>
            <a:br>
              <a:rPr lang="en-US" sz="1100" b="0" noProof="0" dirty="0">
                <a:effectLst/>
              </a:rPr>
            </a:br>
            <a:r>
              <a:rPr lang="en-US" sz="4000" dirty="0">
                <a:solidFill>
                  <a:srgbClr val="000000"/>
                </a:solidFill>
                <a:latin typeface="PT Sans Narrow" panose="020B0506020203020204" pitchFamily="34" charset="0"/>
              </a:rPr>
              <a:t>Block Diagram</a:t>
            </a:r>
            <a:br>
              <a:rPr lang="en-US" sz="4000" dirty="0">
                <a:solidFill>
                  <a:srgbClr val="000000"/>
                </a:solidFill>
                <a:latin typeface="PT Sans Narrow" panose="020B0506020203020204" pitchFamily="34" charset="0"/>
              </a:rPr>
            </a:br>
            <a:r>
              <a:rPr lang="en-US" sz="4000" dirty="0">
                <a:solidFill>
                  <a:srgbClr val="000000"/>
                </a:solidFill>
                <a:latin typeface="PT Sans Narrow" panose="020B0506020203020204" pitchFamily="34" charset="0"/>
              </a:rPr>
              <a:t>Phase Interpolator</a:t>
            </a:r>
            <a:br>
              <a:rPr lang="en-US" sz="4000" b="0" i="0" u="none" strike="noStrike" noProof="0" dirty="0">
                <a:solidFill>
                  <a:srgbClr val="000000"/>
                </a:solidFill>
                <a:effectLst/>
                <a:latin typeface="PT Sans Narrow" panose="020B0506020203020204" pitchFamily="34" charset="0"/>
              </a:rPr>
            </a:br>
            <a:br>
              <a:rPr lang="en-US" sz="1100" b="0" noProof="0" dirty="0">
                <a:effectLst/>
              </a:rPr>
            </a:br>
            <a:r>
              <a:rPr lang="en-US" sz="1200" dirty="0">
                <a:solidFill>
                  <a:srgbClr val="545454"/>
                </a:solidFill>
                <a:latin typeface="PT Sans Narrow" panose="020B0506020203020204" pitchFamily="34" charset="0"/>
              </a:rPr>
              <a:t>24</a:t>
            </a:r>
            <a:r>
              <a:rPr lang="en-US" sz="1200" b="0" i="0" u="none" strike="noStrike" noProof="0" dirty="0">
                <a:solidFill>
                  <a:srgbClr val="545454"/>
                </a:solidFill>
                <a:effectLst/>
                <a:latin typeface="PT Sans Narrow" panose="020B0506020203020204" pitchFamily="34" charset="0"/>
              </a:rPr>
              <a:t>.08.2025</a:t>
            </a:r>
            <a:br>
              <a:rPr lang="en-US" sz="1100" b="0" noProof="0" dirty="0">
                <a:effectLst/>
              </a:rPr>
            </a:br>
            <a:r>
              <a:rPr lang="en-US" sz="1600" b="1" i="0" u="none" strike="noStrike" noProof="0" dirty="0">
                <a:solidFill>
                  <a:srgbClr val="695D46"/>
                </a:solidFill>
                <a:effectLst/>
                <a:latin typeface="Open Sans" panose="020B0606030504020204" pitchFamily="34" charset="0"/>
              </a:rPr>
              <a:t>─</a:t>
            </a:r>
            <a:endParaRPr lang="en-US" sz="4000" noProof="0" dirty="0">
              <a:solidFill>
                <a:schemeClr val="tx2"/>
              </a:solidFill>
            </a:endParaRPr>
          </a:p>
        </p:txBody>
      </p:sp>
      <p:pic>
        <p:nvPicPr>
          <p:cNvPr id="1028" name="Picture 4" descr="Forma&#10;&#10;El contenido generado por IA puede ser incorrecto.">
            <a:extLst>
              <a:ext uri="{FF2B5EF4-FFF2-40B4-BE49-F238E27FC236}">
                <a16:creationId xmlns:a16="http://schemas.microsoft.com/office/drawing/2014/main" id="{647D0C4C-9766-D117-0728-685EACF69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9641" y="489292"/>
            <a:ext cx="5513278" cy="141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 descr="Imagen que contiene dibujo, jugador, pelota&#10;&#10;El contenido generado por IA puede ser incorrecto.">
            <a:extLst>
              <a:ext uri="{FF2B5EF4-FFF2-40B4-BE49-F238E27FC236}">
                <a16:creationId xmlns:a16="http://schemas.microsoft.com/office/drawing/2014/main" id="{8EA9759C-DE19-FFFD-4F69-C3AFF69C0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919" y="5511443"/>
            <a:ext cx="1649058" cy="299508"/>
          </a:xfrm>
          <a:prstGeom prst="rect">
            <a:avLst/>
          </a:prstGeom>
        </p:spPr>
      </p:pic>
      <p:pic>
        <p:nvPicPr>
          <p:cNvPr id="5" name="Google Shape;87;p1">
            <a:extLst>
              <a:ext uri="{FF2B5EF4-FFF2-40B4-BE49-F238E27FC236}">
                <a16:creationId xmlns:a16="http://schemas.microsoft.com/office/drawing/2014/main" id="{B880C247-065C-9EFA-C679-58D9C3D884C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9078" y="4407478"/>
            <a:ext cx="1666801" cy="8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8;p1">
            <a:extLst>
              <a:ext uri="{FF2B5EF4-FFF2-40B4-BE49-F238E27FC236}">
                <a16:creationId xmlns:a16="http://schemas.microsoft.com/office/drawing/2014/main" id="{11952D4A-FEE5-D309-0C1A-C292DE2F360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2363" y="5308922"/>
            <a:ext cx="1766350" cy="7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9;p1">
            <a:extLst>
              <a:ext uri="{FF2B5EF4-FFF2-40B4-BE49-F238E27FC236}">
                <a16:creationId xmlns:a16="http://schemas.microsoft.com/office/drawing/2014/main" id="{A82956C5-2865-D142-E4BE-34772098B6A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76836" y="5225403"/>
            <a:ext cx="1481500" cy="96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88;p1">
            <a:extLst>
              <a:ext uri="{FF2B5EF4-FFF2-40B4-BE49-F238E27FC236}">
                <a16:creationId xmlns:a16="http://schemas.microsoft.com/office/drawing/2014/main" id="{61DA5C0E-F699-2221-6C83-4D73F5108F5B}"/>
              </a:ext>
            </a:extLst>
          </p:cNvPr>
          <p:cNvPicPr preferRelativeResize="0"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35903" y="5424948"/>
            <a:ext cx="1766350" cy="4724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0448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AF30-A907-E4BF-5460-681117915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DBC6A65-161D-C758-E2A3-24D3D7880C05}"/>
              </a:ext>
            </a:extLst>
          </p:cNvPr>
          <p:cNvSpPr txBox="1"/>
          <p:nvPr/>
        </p:nvSpPr>
        <p:spPr>
          <a:xfrm>
            <a:off x="1334290" y="1535609"/>
            <a:ext cx="4176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Block Diagram of a Phase Interpolator </a:t>
            </a:r>
          </a:p>
        </p:txBody>
      </p:sp>
      <p:pic>
        <p:nvPicPr>
          <p:cNvPr id="4" name="Imagen 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A34EE6B3-8C62-0B12-134A-2B6F86476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9" b="37642"/>
          <a:stretch>
            <a:fillRect/>
          </a:stretch>
        </p:blipFill>
        <p:spPr>
          <a:xfrm>
            <a:off x="616039" y="1904942"/>
            <a:ext cx="10959922" cy="304811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62FB67F-937E-6D26-1275-53A443DF9B5F}"/>
              </a:ext>
            </a:extLst>
          </p:cNvPr>
          <p:cNvSpPr txBox="1"/>
          <p:nvPr/>
        </p:nvSpPr>
        <p:spPr>
          <a:xfrm>
            <a:off x="7213184" y="1535609"/>
            <a:ext cx="13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Truth Table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1402FB-82E4-39CE-3EDC-1884C6345C3C}"/>
              </a:ext>
            </a:extLst>
          </p:cNvPr>
          <p:cNvSpPr txBox="1"/>
          <p:nvPr/>
        </p:nvSpPr>
        <p:spPr>
          <a:xfrm>
            <a:off x="9473784" y="1535609"/>
            <a:ext cx="1911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output</a:t>
            </a:r>
          </a:p>
        </p:txBody>
      </p:sp>
    </p:spTree>
    <p:extLst>
      <p:ext uri="{BB962C8B-B14F-4D97-AF65-F5344CB8AC3E}">
        <p14:creationId xmlns:p14="http://schemas.microsoft.com/office/powerpoint/2010/main" val="18176196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</Words>
  <Application>Microsoft Office PowerPoint</Application>
  <PresentationFormat>Panorámica</PresentationFormat>
  <Paragraphs>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Open Sans</vt:lpstr>
      <vt:lpstr>PT Sans Narrow</vt:lpstr>
      <vt:lpstr>Tema de Office</vt:lpstr>
      <vt:lpstr>UNIC-CASS - Fulgor Block Diagram Phase Interpolator  24.08.2025 ─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Víctor Muñoz</dc:creator>
  <cp:lastModifiedBy>Víctor Muñoz</cp:lastModifiedBy>
  <cp:revision>4</cp:revision>
  <dcterms:created xsi:type="dcterms:W3CDTF">2025-08-23T23:35:12Z</dcterms:created>
  <dcterms:modified xsi:type="dcterms:W3CDTF">2025-08-24T14:54:06Z</dcterms:modified>
</cp:coreProperties>
</file>